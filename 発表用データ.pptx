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04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71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58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82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42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24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56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37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143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111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570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917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433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5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561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863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10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202B559-E9B1-4174-8C2F-F7D7400F0B6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2348A74-71EA-4D5B-8AF6-A75535DAC0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99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9CB531-2411-D498-8719-2EE2459FAB96}"/>
              </a:ext>
            </a:extLst>
          </p:cNvPr>
          <p:cNvSpPr txBox="1"/>
          <p:nvPr/>
        </p:nvSpPr>
        <p:spPr>
          <a:xfrm>
            <a:off x="3725333" y="2665342"/>
            <a:ext cx="533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/>
              <a:t> </a:t>
            </a:r>
            <a:r>
              <a:rPr lang="ja-JP" altLang="ja-JP" sz="4800" b="1" dirty="0"/>
              <a:t>卒ゼミ</a:t>
            </a:r>
            <a:r>
              <a:rPr lang="ja-JP" altLang="en-US" sz="4800" b="1" dirty="0"/>
              <a:t>・中間発表</a:t>
            </a:r>
            <a:r>
              <a:rPr lang="ja-JP" altLang="ja-JP" sz="4800" b="1" dirty="0"/>
              <a:t>　</a:t>
            </a:r>
            <a:endParaRPr lang="ja-JP" altLang="ja-JP" sz="4800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3C491B-39D9-00D0-7E40-045A305E74A9}"/>
              </a:ext>
            </a:extLst>
          </p:cNvPr>
          <p:cNvSpPr txBox="1"/>
          <p:nvPr/>
        </p:nvSpPr>
        <p:spPr>
          <a:xfrm>
            <a:off x="4986866" y="3966471"/>
            <a:ext cx="4529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２５００４嘉藤大翔</a:t>
            </a:r>
          </a:p>
        </p:txBody>
      </p:sp>
    </p:spTree>
    <p:extLst>
      <p:ext uri="{BB962C8B-B14F-4D97-AF65-F5344CB8AC3E}">
        <p14:creationId xmlns:p14="http://schemas.microsoft.com/office/powerpoint/2010/main" val="256531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0CDE2B-B887-5249-F420-C73CDCCEA2C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667" y="320648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ja-JP" altLang="en-US" b="1" dirty="0"/>
              <a:t>テーマ・目的・作品・研究概要</a:t>
            </a:r>
            <a:br>
              <a:rPr lang="en-US" altLang="ja-JP" b="1" dirty="0"/>
            </a:br>
            <a:r>
              <a:rPr lang="ja-JP" altLang="en-US" b="1" dirty="0"/>
              <a:t>今後の流れ・作品・研究</a:t>
            </a:r>
            <a:br>
              <a:rPr lang="ja-JP" altLang="ja-JP" dirty="0"/>
            </a:b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ECDCE6-D979-EC2C-8912-24C9F7B5A937}"/>
              </a:ext>
            </a:extLst>
          </p:cNvPr>
          <p:cNvSpPr txBox="1"/>
          <p:nvPr/>
        </p:nvSpPr>
        <p:spPr>
          <a:xfrm>
            <a:off x="1380067" y="1151467"/>
            <a:ext cx="2709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01101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A3AFCF-BDB9-3B01-0378-9117746E7DFA}"/>
              </a:ext>
            </a:extLst>
          </p:cNvPr>
          <p:cNvSpPr txBox="1"/>
          <p:nvPr/>
        </p:nvSpPr>
        <p:spPr>
          <a:xfrm>
            <a:off x="1934633" y="3007323"/>
            <a:ext cx="8322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ja-JP" altLang="en-US" sz="4000" b="0" i="0" dirty="0">
                <a:solidFill>
                  <a:srgbClr val="000000"/>
                </a:solidFill>
                <a:effectLst/>
                <a:latin typeface="-apple-system"/>
              </a:rPr>
              <a:t>テーマ・北九州の魅力を知ってもらう</a:t>
            </a:r>
            <a:endParaRPr lang="en-US" altLang="ja-JP" sz="4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5012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AF2B43-9D0C-C324-C515-210C40D85279}"/>
              </a:ext>
            </a:extLst>
          </p:cNvPr>
          <p:cNvSpPr txBox="1"/>
          <p:nvPr/>
        </p:nvSpPr>
        <p:spPr>
          <a:xfrm>
            <a:off x="2933207" y="1490008"/>
            <a:ext cx="68119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目的・北九州の魅力を知ってもらって</a:t>
            </a:r>
            <a:r>
              <a:rPr kumimoji="1" lang="ja-JP" altLang="en-US" sz="4000"/>
              <a:t>北九州の人口を増やす</a:t>
            </a:r>
            <a:endParaRPr kumimoji="1" lang="ja-JP" altLang="en-US" sz="40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5C45AD-06C2-EF22-0FC0-CE4C32A53C3D}"/>
              </a:ext>
            </a:extLst>
          </p:cNvPr>
          <p:cNvSpPr txBox="1"/>
          <p:nvPr/>
        </p:nvSpPr>
        <p:spPr>
          <a:xfrm>
            <a:off x="3302000" y="3922131"/>
            <a:ext cx="7171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背景・北九州のことを知ってもらう</a:t>
            </a:r>
          </a:p>
        </p:txBody>
      </p:sp>
    </p:spTree>
    <p:extLst>
      <p:ext uri="{BB962C8B-B14F-4D97-AF65-F5344CB8AC3E}">
        <p14:creationId xmlns:p14="http://schemas.microsoft.com/office/powerpoint/2010/main" val="330425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1ED5C6-56FD-02D1-E0E5-72AE9A73BDB2}"/>
              </a:ext>
            </a:extLst>
          </p:cNvPr>
          <p:cNvSpPr txBox="1"/>
          <p:nvPr/>
        </p:nvSpPr>
        <p:spPr>
          <a:xfrm>
            <a:off x="1693333" y="990600"/>
            <a:ext cx="6925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作品・研究概要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AE7845-3626-F6DD-4657-CC3FD3852672}"/>
              </a:ext>
            </a:extLst>
          </p:cNvPr>
          <p:cNvSpPr txBox="1"/>
          <p:nvPr/>
        </p:nvSpPr>
        <p:spPr>
          <a:xfrm>
            <a:off x="1820333" y="2531533"/>
            <a:ext cx="7255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北九州の人口８６万９４０８人（現在）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71FB6C-0F27-FEFD-DE24-7B594A1D808D}"/>
              </a:ext>
            </a:extLst>
          </p:cNvPr>
          <p:cNvSpPr txBox="1"/>
          <p:nvPr/>
        </p:nvSpPr>
        <p:spPr>
          <a:xfrm>
            <a:off x="1820333" y="3953933"/>
            <a:ext cx="8238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北九州から出た人４万２４５７人（現在）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546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448478-00A0-044C-1516-9883725044A8}"/>
              </a:ext>
            </a:extLst>
          </p:cNvPr>
          <p:cNvSpPr txBox="1"/>
          <p:nvPr/>
        </p:nvSpPr>
        <p:spPr>
          <a:xfrm>
            <a:off x="1295400" y="1236133"/>
            <a:ext cx="5020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作品・研究概要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1A5C03-A22C-1180-DBF6-646FE6FD52C8}"/>
              </a:ext>
            </a:extLst>
          </p:cNvPr>
          <p:cNvSpPr txBox="1"/>
          <p:nvPr/>
        </p:nvSpPr>
        <p:spPr>
          <a:xfrm>
            <a:off x="2133601" y="2821000"/>
            <a:ext cx="4876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北九州から出る人の理由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26A004-59A3-ED87-D59E-5E63471278A9}"/>
              </a:ext>
            </a:extLst>
          </p:cNvPr>
          <p:cNvSpPr txBox="1"/>
          <p:nvPr/>
        </p:nvSpPr>
        <p:spPr>
          <a:xfrm>
            <a:off x="3268133" y="3962400"/>
            <a:ext cx="8144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北九州の魅力をしらずに北九州から出ていく</a:t>
            </a:r>
          </a:p>
        </p:txBody>
      </p:sp>
    </p:spTree>
    <p:extLst>
      <p:ext uri="{BB962C8B-B14F-4D97-AF65-F5344CB8AC3E}">
        <p14:creationId xmlns:p14="http://schemas.microsoft.com/office/powerpoint/2010/main" val="2978400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80A74E-CCC5-47A5-8433-F24380A67C82}"/>
              </a:ext>
            </a:extLst>
          </p:cNvPr>
          <p:cNvSpPr txBox="1"/>
          <p:nvPr/>
        </p:nvSpPr>
        <p:spPr>
          <a:xfrm>
            <a:off x="1100667" y="1430867"/>
            <a:ext cx="69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作品・研究概要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0F7251-B73C-63DA-CF94-1F9405B35508}"/>
              </a:ext>
            </a:extLst>
          </p:cNvPr>
          <p:cNvSpPr txBox="1"/>
          <p:nvPr/>
        </p:nvSpPr>
        <p:spPr>
          <a:xfrm>
            <a:off x="1566333" y="2540000"/>
            <a:ext cx="8627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制作物・（内容）北九州の魅力・北九州の街並み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7CC394E-515A-6301-7DD1-96FDA65EF6FC}"/>
              </a:ext>
            </a:extLst>
          </p:cNvPr>
          <p:cNvSpPr txBox="1"/>
          <p:nvPr/>
        </p:nvSpPr>
        <p:spPr>
          <a:xfrm>
            <a:off x="3242733" y="3962400"/>
            <a:ext cx="6688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時間１０分から２０分</a:t>
            </a:r>
          </a:p>
        </p:txBody>
      </p:sp>
    </p:spTree>
    <p:extLst>
      <p:ext uri="{BB962C8B-B14F-4D97-AF65-F5344CB8AC3E}">
        <p14:creationId xmlns:p14="http://schemas.microsoft.com/office/powerpoint/2010/main" val="114475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18FC9F-8009-9325-2DE7-CDA766CACFFC}"/>
              </a:ext>
            </a:extLst>
          </p:cNvPr>
          <p:cNvSpPr txBox="1"/>
          <p:nvPr/>
        </p:nvSpPr>
        <p:spPr>
          <a:xfrm>
            <a:off x="2184400" y="1668502"/>
            <a:ext cx="5274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今後の流れ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3EC6B0-D0B3-1A96-C2E7-B024BED5BE2E}"/>
              </a:ext>
            </a:extLst>
          </p:cNvPr>
          <p:cNvSpPr txBox="1"/>
          <p:nvPr/>
        </p:nvSpPr>
        <p:spPr>
          <a:xfrm>
            <a:off x="2311400" y="2937933"/>
            <a:ext cx="58843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スケージューㇽ</a:t>
            </a:r>
            <a:endParaRPr kumimoji="1" lang="en-US" altLang="ja-JP" sz="4000" dirty="0"/>
          </a:p>
          <a:p>
            <a:r>
              <a:rPr kumimoji="1" lang="ja-JP" altLang="en-US" sz="4000" dirty="0"/>
              <a:t>７月絵コンテツ作成</a:t>
            </a:r>
            <a:endParaRPr kumimoji="1" lang="en-US" altLang="ja-JP" sz="4000" dirty="0"/>
          </a:p>
          <a:p>
            <a:r>
              <a:rPr kumimoji="1" lang="ja-JP" altLang="en-US" sz="4000" dirty="0"/>
              <a:t>８月撮影・編集</a:t>
            </a:r>
          </a:p>
        </p:txBody>
      </p:sp>
    </p:spTree>
    <p:extLst>
      <p:ext uri="{BB962C8B-B14F-4D97-AF65-F5344CB8AC3E}">
        <p14:creationId xmlns:p14="http://schemas.microsoft.com/office/powerpoint/2010/main" val="944959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オーガニック">
  <a:themeElements>
    <a:clrScheme name="オーガニック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オーガニック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オーガニック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109</TotalTime>
  <Words>128</Words>
  <Application>Microsoft Office PowerPoint</Application>
  <PresentationFormat>ワイド画面</PresentationFormat>
  <Paragraphs>20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-apple-system</vt:lpstr>
      <vt:lpstr>Arial</vt:lpstr>
      <vt:lpstr>Garamond</vt:lpstr>
      <vt:lpstr>オーガニック</vt:lpstr>
      <vt:lpstr>PowerPoint プレゼンテーション</vt:lpstr>
      <vt:lpstr>テーマ・目的・作品・研究概要 今後の流れ・作品・研究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嘉藤　大翔</dc:creator>
  <cp:lastModifiedBy>嘉藤　大翔</cp:lastModifiedBy>
  <cp:revision>4</cp:revision>
  <dcterms:created xsi:type="dcterms:W3CDTF">2026-07-03T01:42:52Z</dcterms:created>
  <dcterms:modified xsi:type="dcterms:W3CDTF">2026-07-06T05:49:51Z</dcterms:modified>
</cp:coreProperties>
</file>