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93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216" y="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4B5FA46-A380-D989-A9A1-97988C6E2E2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42D27625-33D7-7E00-DEA5-B242A4780C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610D5C1-2611-01A2-D5C6-851FFAAEE3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5AFB36-0A53-424B-931B-5049C7D78A99}" type="datetimeFigureOut">
              <a:rPr kumimoji="1" lang="ja-JP" altLang="en-US" smtClean="0"/>
              <a:t>2026/7/10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E5347B4-C604-CA03-1180-3139D601E1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B74B092-920D-5C86-6F33-943588E156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EFA14-0876-463B-9F47-96F11ED6C94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498445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28704F8-F87E-EE7F-9EF3-138BAC27E0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25DAD23B-601E-5D29-5891-3A325AE515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0F1BA62-F1BB-D78F-19BF-17FEA99A46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5AFB36-0A53-424B-931B-5049C7D78A99}" type="datetimeFigureOut">
              <a:rPr kumimoji="1" lang="ja-JP" altLang="en-US" smtClean="0"/>
              <a:t>2026/7/10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D3456CE-5BA6-E2AC-446D-3CE413A262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D3C9214-D938-CFC2-7383-20DAB7833A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EFA14-0876-463B-9F47-96F11ED6C94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615137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C1169FF-383E-1B50-D9B0-6CAEA3520D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B6169AA5-D017-9ED7-735A-704C1DEBAE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CE3BF57-6B31-7F9B-991F-0AD0D483C3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5AFB36-0A53-424B-931B-5049C7D78A99}" type="datetimeFigureOut">
              <a:rPr kumimoji="1" lang="ja-JP" altLang="en-US" smtClean="0"/>
              <a:t>2026/7/10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8E06264-C3D3-CD59-1EF3-C6D25BCF26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B2E29E7-ED4C-28D9-0607-A8C360FE59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EFA14-0876-463B-9F47-96F11ED6C94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137228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B412B05-7E52-8DD9-238F-3631BCFE19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1121322-A3D8-C7C5-A3DA-F78F06F0348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4380ACE-6C1F-68FC-01B4-3DFBDE8BA2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C3A6648A-9C2C-1294-C48F-11FEFFA387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5AFB36-0A53-424B-931B-5049C7D78A99}" type="datetimeFigureOut">
              <a:rPr kumimoji="1" lang="ja-JP" altLang="en-US" smtClean="0"/>
              <a:t>2026/7/10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8A24E63E-A6A1-EBF6-E012-63498F8BB1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FF5A6A7-A9E8-CA7C-05D3-76D286A54B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EFA14-0876-463B-9F47-96F11ED6C94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720083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058DD50-685A-0568-8D95-5323512400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786B8D8F-9547-ADEA-0282-DD93930786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9903D96A-E7F7-1985-62D0-CC7094A8CA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1F905C25-A1CB-E66E-F2CE-38DD188E3FD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BB267F40-F32E-2948-2AC0-F284644458D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4B1FA086-3530-85AA-2EE3-746FF4F26D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5AFB36-0A53-424B-931B-5049C7D78A99}" type="datetimeFigureOut">
              <a:rPr kumimoji="1" lang="ja-JP" altLang="en-US" smtClean="0"/>
              <a:t>2026/7/10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96E6E650-3EDF-1E15-D595-4946FB57D9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D5EF9328-DF7B-27D2-2D71-77354746A8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EFA14-0876-463B-9F47-96F11ED6C94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752887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968F8C9-213C-E6BD-C8EA-6B3845ABFA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220CCBC1-041A-B151-6EF3-CEF44A001B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5AFB36-0A53-424B-931B-5049C7D78A99}" type="datetimeFigureOut">
              <a:rPr kumimoji="1" lang="ja-JP" altLang="en-US" smtClean="0"/>
              <a:t>2026/7/10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61155111-6942-0AB2-BAFA-9275FA8F4F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4F206A81-8844-959D-DF82-61CDC71B71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EFA14-0876-463B-9F47-96F11ED6C94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592923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528DBD72-9025-FF5A-7882-430D3C0CE6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5AFB36-0A53-424B-931B-5049C7D78A99}" type="datetimeFigureOut">
              <a:rPr kumimoji="1" lang="ja-JP" altLang="en-US" smtClean="0"/>
              <a:t>2026/7/10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117E6192-8479-A0E4-E206-D255C78AF7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AF64D7A1-9005-83CC-0488-DB651DE83D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EFA14-0876-463B-9F47-96F11ED6C94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048762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C1CD3C4-380C-8715-18D5-D124E38DFB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7E8F6A2B-8911-9BB9-7753-6D27BD3E6E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56A83019-BA62-2C3C-5760-AC811B81175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11AD3516-4227-B5E0-0049-9150254B11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5AFB36-0A53-424B-931B-5049C7D78A99}" type="datetimeFigureOut">
              <a:rPr kumimoji="1" lang="ja-JP" altLang="en-US" smtClean="0"/>
              <a:t>2026/7/10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D5F82BC5-647A-7E84-136B-CF83CE5303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5363A12D-F228-19A8-78A7-D691541DC0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EFA14-0876-463B-9F47-96F11ED6C94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831384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193BB6E-201D-610B-3D7F-0500DBF784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0523527D-D372-D627-1761-7B66F66F8EE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CC0F56C3-2568-E694-2428-F8750BDF0E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190CAA82-FF5A-049A-BB6B-30F4714FC7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5AFB36-0A53-424B-931B-5049C7D78A99}" type="datetimeFigureOut">
              <a:rPr kumimoji="1" lang="ja-JP" altLang="en-US" smtClean="0"/>
              <a:t>2026/7/10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99C08E3-5378-BE80-359F-AF63B958FC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9580A53E-A53C-D366-3232-5DDF0F3435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EFA14-0876-463B-9F47-96F11ED6C94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220415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A52C0EA-6CE5-2715-3D38-B6B8D7F7A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ECB31E83-152C-50A8-6D17-7D61626551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C57CDC5-0393-C8D1-408B-604AFE544F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5AFB36-0A53-424B-931B-5049C7D78A99}" type="datetimeFigureOut">
              <a:rPr kumimoji="1" lang="ja-JP" altLang="en-US" smtClean="0"/>
              <a:t>2026/7/10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28EA32C-7C83-E86C-C78D-588ABDC5D2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141628E-6631-ABA3-9D93-5E5DEA4832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EFA14-0876-463B-9F47-96F11ED6C94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699865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422D6435-9DC7-5852-20F5-07920E88FBC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DF7A8CD3-0EC4-4EFC-C3DF-29DEB587E1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EDF9A26-E1BC-AEA3-1C5D-052C632121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5AFB36-0A53-424B-931B-5049C7D78A99}" type="datetimeFigureOut">
              <a:rPr kumimoji="1" lang="ja-JP" altLang="en-US" smtClean="0"/>
              <a:t>2026/7/10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A944603-D8A7-40EF-559A-C5B295C8B6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B3D43A0-ECDD-4C31-C953-0C8AD3C051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EFA14-0876-463B-9F47-96F11ED6C94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55427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470FFB88-D33C-05E4-60F5-A56F6C639C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6A928D5-6DC3-26E7-FE39-BB19BC0B2C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C6934C5-0C50-87A0-2165-B58BB175C7D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15AFB36-0A53-424B-931B-5049C7D78A99}" type="datetimeFigureOut">
              <a:rPr kumimoji="1" lang="ja-JP" altLang="en-US" smtClean="0"/>
              <a:t>2026/7/10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7056837-95FA-7983-F688-5877191969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058F74B-7813-109A-9B0C-911D2D35BB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60EFA14-0876-463B-9F47-96F11ED6C94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096897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F2BA3971-12E6-0373-7FC2-9EBA47A2D24D}"/>
              </a:ext>
            </a:extLst>
          </p:cNvPr>
          <p:cNvSpPr txBox="1"/>
          <p:nvPr/>
        </p:nvSpPr>
        <p:spPr>
          <a:xfrm>
            <a:off x="2221562" y="865305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平尾台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4B616219-FAB3-F38A-C42A-27DDAAD9AAFD}"/>
              </a:ext>
            </a:extLst>
          </p:cNvPr>
          <p:cNvSpPr txBox="1"/>
          <p:nvPr/>
        </p:nvSpPr>
        <p:spPr>
          <a:xfrm>
            <a:off x="2245694" y="1322812"/>
            <a:ext cx="17060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門司港レトロ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EC2A5E0F-A9AB-67F7-BF09-B03CB5BB7516}"/>
              </a:ext>
            </a:extLst>
          </p:cNvPr>
          <p:cNvSpPr txBox="1"/>
          <p:nvPr/>
        </p:nvSpPr>
        <p:spPr>
          <a:xfrm>
            <a:off x="8266422" y="2454765"/>
            <a:ext cx="17060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関門橋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43699BD7-B127-0DBC-029D-8BDD080BD89B}"/>
              </a:ext>
            </a:extLst>
          </p:cNvPr>
          <p:cNvSpPr txBox="1"/>
          <p:nvPr/>
        </p:nvSpPr>
        <p:spPr>
          <a:xfrm>
            <a:off x="1447288" y="3295800"/>
            <a:ext cx="20446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メディアドーム</a:t>
            </a: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D9563CDF-7C2B-B781-684A-314DBAF34687}"/>
              </a:ext>
            </a:extLst>
          </p:cNvPr>
          <p:cNvSpPr txBox="1"/>
          <p:nvPr/>
        </p:nvSpPr>
        <p:spPr>
          <a:xfrm>
            <a:off x="5237855" y="4574417"/>
            <a:ext cx="20446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/>
              <a:t>新日鉄高炉</a:t>
            </a:r>
            <a:endParaRPr kumimoji="1" lang="ja-JP" altLang="en-US" dirty="0"/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A792031B-9E7B-46ED-F2BE-B5812DFF4A65}"/>
              </a:ext>
            </a:extLst>
          </p:cNvPr>
          <p:cNvSpPr txBox="1"/>
          <p:nvPr/>
        </p:nvSpPr>
        <p:spPr>
          <a:xfrm>
            <a:off x="8213235" y="2926468"/>
            <a:ext cx="20446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/>
              <a:t>皿倉山</a:t>
            </a:r>
            <a:endParaRPr kumimoji="1" lang="ja-JP" altLang="en-US" dirty="0"/>
          </a:p>
        </p:txBody>
      </p:sp>
      <p:sp>
        <p:nvSpPr>
          <p:cNvPr id="14" name="楕円 13">
            <a:extLst>
              <a:ext uri="{FF2B5EF4-FFF2-40B4-BE49-F238E27FC236}">
                <a16:creationId xmlns:a16="http://schemas.microsoft.com/office/drawing/2014/main" id="{FFF7C582-8933-82C8-A2A3-B26E59EC53F0}"/>
              </a:ext>
            </a:extLst>
          </p:cNvPr>
          <p:cNvSpPr/>
          <p:nvPr/>
        </p:nvSpPr>
        <p:spPr>
          <a:xfrm>
            <a:off x="7947302" y="2092687"/>
            <a:ext cx="3191195" cy="1718336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楕円 15">
            <a:extLst>
              <a:ext uri="{FF2B5EF4-FFF2-40B4-BE49-F238E27FC236}">
                <a16:creationId xmlns:a16="http://schemas.microsoft.com/office/drawing/2014/main" id="{666A0ACC-D843-7D5D-C0C0-A0B22E3CEDE6}"/>
              </a:ext>
            </a:extLst>
          </p:cNvPr>
          <p:cNvSpPr/>
          <p:nvPr/>
        </p:nvSpPr>
        <p:spPr>
          <a:xfrm>
            <a:off x="1379782" y="463644"/>
            <a:ext cx="3191195" cy="1718336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楕円 17">
            <a:extLst>
              <a:ext uri="{FF2B5EF4-FFF2-40B4-BE49-F238E27FC236}">
                <a16:creationId xmlns:a16="http://schemas.microsoft.com/office/drawing/2014/main" id="{9012755D-A63D-0AFC-D1D9-70FFAB323679}"/>
              </a:ext>
            </a:extLst>
          </p:cNvPr>
          <p:cNvSpPr/>
          <p:nvPr/>
        </p:nvSpPr>
        <p:spPr>
          <a:xfrm>
            <a:off x="623918" y="2711493"/>
            <a:ext cx="3191195" cy="1718336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31886ABF-B08F-491C-BA20-A660B1713EEA}"/>
              </a:ext>
            </a:extLst>
          </p:cNvPr>
          <p:cNvSpPr txBox="1"/>
          <p:nvPr/>
        </p:nvSpPr>
        <p:spPr>
          <a:xfrm>
            <a:off x="8468940" y="1607871"/>
            <a:ext cx="30377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ドライブスポットについて</a:t>
            </a:r>
          </a:p>
        </p:txBody>
      </p:sp>
    </p:spTree>
    <p:extLst>
      <p:ext uri="{BB962C8B-B14F-4D97-AF65-F5344CB8AC3E}">
        <p14:creationId xmlns:p14="http://schemas.microsoft.com/office/powerpoint/2010/main" val="32336871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楕円 1">
            <a:extLst>
              <a:ext uri="{FF2B5EF4-FFF2-40B4-BE49-F238E27FC236}">
                <a16:creationId xmlns:a16="http://schemas.microsoft.com/office/drawing/2014/main" id="{8AB96D6C-F5A6-4416-11AC-ED9534149735}"/>
              </a:ext>
            </a:extLst>
          </p:cNvPr>
          <p:cNvSpPr/>
          <p:nvPr/>
        </p:nvSpPr>
        <p:spPr>
          <a:xfrm>
            <a:off x="1577187" y="1749020"/>
            <a:ext cx="4142416" cy="2927308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楕円 2">
            <a:extLst>
              <a:ext uri="{FF2B5EF4-FFF2-40B4-BE49-F238E27FC236}">
                <a16:creationId xmlns:a16="http://schemas.microsoft.com/office/drawing/2014/main" id="{55556C8C-5191-A5E7-0F49-700BF26C8F2B}"/>
              </a:ext>
            </a:extLst>
          </p:cNvPr>
          <p:cNvSpPr/>
          <p:nvPr/>
        </p:nvSpPr>
        <p:spPr>
          <a:xfrm>
            <a:off x="6535812" y="564596"/>
            <a:ext cx="4492220" cy="2780021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楕円 3">
            <a:extLst>
              <a:ext uri="{FF2B5EF4-FFF2-40B4-BE49-F238E27FC236}">
                <a16:creationId xmlns:a16="http://schemas.microsoft.com/office/drawing/2014/main" id="{365E69D9-4967-46D0-D789-F9A19F89498C}"/>
              </a:ext>
            </a:extLst>
          </p:cNvPr>
          <p:cNvSpPr/>
          <p:nvPr/>
        </p:nvSpPr>
        <p:spPr>
          <a:xfrm>
            <a:off x="7272242" y="4529042"/>
            <a:ext cx="4265154" cy="2184741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A62C7A87-2DD2-E3D4-C76E-2FAD3AA0B557}"/>
              </a:ext>
            </a:extLst>
          </p:cNvPr>
          <p:cNvSpPr txBox="1"/>
          <p:nvPr/>
        </p:nvSpPr>
        <p:spPr>
          <a:xfrm>
            <a:off x="7867522" y="1294889"/>
            <a:ext cx="36698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場所</a:t>
            </a:r>
            <a:r>
              <a:rPr kumimoji="1" lang="en-US" altLang="ja-JP" dirty="0"/>
              <a:t>A</a:t>
            </a:r>
            <a:r>
              <a:rPr kumimoji="1" lang="ja-JP" altLang="en-US" dirty="0"/>
              <a:t>について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1E4BDA80-1066-5824-3143-D86E029B88A2}"/>
              </a:ext>
            </a:extLst>
          </p:cNvPr>
          <p:cNvSpPr txBox="1"/>
          <p:nvPr/>
        </p:nvSpPr>
        <p:spPr>
          <a:xfrm>
            <a:off x="7628183" y="349804"/>
            <a:ext cx="23627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タイトル</a:t>
            </a:r>
          </a:p>
        </p:txBody>
      </p:sp>
    </p:spTree>
    <p:extLst>
      <p:ext uri="{BB962C8B-B14F-4D97-AF65-F5344CB8AC3E}">
        <p14:creationId xmlns:p14="http://schemas.microsoft.com/office/powerpoint/2010/main" val="7450799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3CBE22E6-908E-C9A2-075E-63A6DE82920C}"/>
              </a:ext>
            </a:extLst>
          </p:cNvPr>
          <p:cNvSpPr/>
          <p:nvPr/>
        </p:nvSpPr>
        <p:spPr>
          <a:xfrm>
            <a:off x="613691" y="386626"/>
            <a:ext cx="8603952" cy="605713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0A1BB619-840F-D966-BFC9-95EFB407A3AC}"/>
              </a:ext>
            </a:extLst>
          </p:cNvPr>
          <p:cNvSpPr/>
          <p:nvPr/>
        </p:nvSpPr>
        <p:spPr>
          <a:xfrm>
            <a:off x="748703" y="521638"/>
            <a:ext cx="8303243" cy="32525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71CC12E3-7902-88A6-4D36-F479BDE8697F}"/>
              </a:ext>
            </a:extLst>
          </p:cNvPr>
          <p:cNvSpPr/>
          <p:nvPr/>
        </p:nvSpPr>
        <p:spPr>
          <a:xfrm>
            <a:off x="748703" y="975769"/>
            <a:ext cx="1583324" cy="47254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8E568AF3-EE43-C7F8-D39B-AEAE9760DA59}"/>
              </a:ext>
            </a:extLst>
          </p:cNvPr>
          <p:cNvSpPr/>
          <p:nvPr/>
        </p:nvSpPr>
        <p:spPr>
          <a:xfrm>
            <a:off x="662787" y="1583323"/>
            <a:ext cx="1724472" cy="44185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468FEBBE-D337-9B87-6692-51B207CDFF58}"/>
              </a:ext>
            </a:extLst>
          </p:cNvPr>
          <p:cNvSpPr/>
          <p:nvPr/>
        </p:nvSpPr>
        <p:spPr>
          <a:xfrm>
            <a:off x="797799" y="2104961"/>
            <a:ext cx="1589460" cy="65664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4046131A-BA53-24A1-E689-0EABA025B513}"/>
              </a:ext>
            </a:extLst>
          </p:cNvPr>
          <p:cNvSpPr/>
          <p:nvPr/>
        </p:nvSpPr>
        <p:spPr>
          <a:xfrm>
            <a:off x="2602051" y="975769"/>
            <a:ext cx="6449895" cy="536059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252440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</a:spPr>
      <a:bodyPr rtlCol="0" anchor="ctr"/>
      <a:lstStyle>
        <a:defPPr algn="ctr">
          <a:defRPr kumimoji="1"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17</Words>
  <Application>Microsoft Office PowerPoint</Application>
  <PresentationFormat>ワイド画面</PresentationFormat>
  <Paragraphs>9</Paragraphs>
  <Slides>3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3</vt:i4>
      </vt:variant>
    </vt:vector>
  </HeadingPairs>
  <TitlesOfParts>
    <vt:vector size="7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植田 吉祥</dc:creator>
  <cp:lastModifiedBy>植田 吉祥</cp:lastModifiedBy>
  <cp:revision>2</cp:revision>
  <dcterms:created xsi:type="dcterms:W3CDTF">2026-07-10T01:34:20Z</dcterms:created>
  <dcterms:modified xsi:type="dcterms:W3CDTF">2026-07-10T01:40:41Z</dcterms:modified>
</cp:coreProperties>
</file>